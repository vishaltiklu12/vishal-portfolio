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2" r:id="rId2"/>
    <p:sldId id="256" r:id="rId3"/>
    <p:sldId id="259" r:id="rId4"/>
    <p:sldId id="260" r:id="rId5"/>
    <p:sldId id="261" r:id="rId6"/>
    <p:sldId id="263"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311" autoAdjust="0"/>
  </p:normalViewPr>
  <p:slideViewPr>
    <p:cSldViewPr snapToGrid="0">
      <p:cViewPr varScale="1">
        <p:scale>
          <a:sx n="80" d="100"/>
          <a:sy n="80" d="100"/>
        </p:scale>
        <p:origin x="78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21497-E077-36D3-C9F5-93D4F70E7A7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300890D-BAFC-E33B-0CE0-6F7C925D0B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C287CA4-B914-324E-CDE8-8187BF4E448D}"/>
              </a:ext>
            </a:extLst>
          </p:cNvPr>
          <p:cNvSpPr>
            <a:spLocks noGrp="1"/>
          </p:cNvSpPr>
          <p:nvPr>
            <p:ph type="dt" sz="half" idx="10"/>
          </p:nvPr>
        </p:nvSpPr>
        <p:spPr/>
        <p:txBody>
          <a:bodyPr/>
          <a:lstStyle/>
          <a:p>
            <a:fld id="{9032426A-9348-4841-81CD-43AC09E262B3}" type="datetimeFigureOut">
              <a:rPr lang="en-IN" smtClean="0"/>
              <a:t>26-09-2023</a:t>
            </a:fld>
            <a:endParaRPr lang="en-IN"/>
          </a:p>
        </p:txBody>
      </p:sp>
      <p:sp>
        <p:nvSpPr>
          <p:cNvPr id="5" name="Footer Placeholder 4">
            <a:extLst>
              <a:ext uri="{FF2B5EF4-FFF2-40B4-BE49-F238E27FC236}">
                <a16:creationId xmlns:a16="http://schemas.microsoft.com/office/drawing/2014/main" id="{AD726384-FB18-EC81-D8C6-767B617955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21ACF3-66C7-352C-BA6D-F56B2360C3FB}"/>
              </a:ext>
            </a:extLst>
          </p:cNvPr>
          <p:cNvSpPr>
            <a:spLocks noGrp="1"/>
          </p:cNvSpPr>
          <p:nvPr>
            <p:ph type="sldNum" sz="quarter" idx="12"/>
          </p:nvPr>
        </p:nvSpPr>
        <p:spPr/>
        <p:txBody>
          <a:bodyPr/>
          <a:lstStyle/>
          <a:p>
            <a:fld id="{01BAF0FE-33DE-44EA-A249-2E41F8457154}" type="slidenum">
              <a:rPr lang="en-IN" smtClean="0"/>
              <a:t>‹#›</a:t>
            </a:fld>
            <a:endParaRPr lang="en-IN"/>
          </a:p>
        </p:txBody>
      </p:sp>
    </p:spTree>
    <p:extLst>
      <p:ext uri="{BB962C8B-B14F-4D97-AF65-F5344CB8AC3E}">
        <p14:creationId xmlns:p14="http://schemas.microsoft.com/office/powerpoint/2010/main" val="14103499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96866-C998-2585-15A2-F7DA6E6E0A9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4578A36-EE27-172B-CCEC-9434F3C432B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7F869A1-664E-A725-9B40-20285273A7D3}"/>
              </a:ext>
            </a:extLst>
          </p:cNvPr>
          <p:cNvSpPr>
            <a:spLocks noGrp="1"/>
          </p:cNvSpPr>
          <p:nvPr>
            <p:ph type="dt" sz="half" idx="10"/>
          </p:nvPr>
        </p:nvSpPr>
        <p:spPr/>
        <p:txBody>
          <a:bodyPr/>
          <a:lstStyle/>
          <a:p>
            <a:fld id="{9032426A-9348-4841-81CD-43AC09E262B3}" type="datetimeFigureOut">
              <a:rPr lang="en-IN" smtClean="0"/>
              <a:t>26-09-2023</a:t>
            </a:fld>
            <a:endParaRPr lang="en-IN"/>
          </a:p>
        </p:txBody>
      </p:sp>
      <p:sp>
        <p:nvSpPr>
          <p:cNvPr id="5" name="Footer Placeholder 4">
            <a:extLst>
              <a:ext uri="{FF2B5EF4-FFF2-40B4-BE49-F238E27FC236}">
                <a16:creationId xmlns:a16="http://schemas.microsoft.com/office/drawing/2014/main" id="{E91F41F0-B56D-6B8C-D10F-09E2D13458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1F2372-69FC-8817-9E50-A46930916297}"/>
              </a:ext>
            </a:extLst>
          </p:cNvPr>
          <p:cNvSpPr>
            <a:spLocks noGrp="1"/>
          </p:cNvSpPr>
          <p:nvPr>
            <p:ph type="sldNum" sz="quarter" idx="12"/>
          </p:nvPr>
        </p:nvSpPr>
        <p:spPr/>
        <p:txBody>
          <a:bodyPr/>
          <a:lstStyle/>
          <a:p>
            <a:fld id="{01BAF0FE-33DE-44EA-A249-2E41F8457154}" type="slidenum">
              <a:rPr lang="en-IN" smtClean="0"/>
              <a:t>‹#›</a:t>
            </a:fld>
            <a:endParaRPr lang="en-IN"/>
          </a:p>
        </p:txBody>
      </p:sp>
    </p:spTree>
    <p:extLst>
      <p:ext uri="{BB962C8B-B14F-4D97-AF65-F5344CB8AC3E}">
        <p14:creationId xmlns:p14="http://schemas.microsoft.com/office/powerpoint/2010/main" val="4926917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79AA1-07B6-4768-E22A-9E1B89E7405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AE9B3ED-D8F0-5A7B-C56F-D7CED19421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4AAEE74-AE20-CAE3-0BA3-804EF781AB74}"/>
              </a:ext>
            </a:extLst>
          </p:cNvPr>
          <p:cNvSpPr>
            <a:spLocks noGrp="1"/>
          </p:cNvSpPr>
          <p:nvPr>
            <p:ph type="dt" sz="half" idx="10"/>
          </p:nvPr>
        </p:nvSpPr>
        <p:spPr/>
        <p:txBody>
          <a:bodyPr/>
          <a:lstStyle/>
          <a:p>
            <a:fld id="{9032426A-9348-4841-81CD-43AC09E262B3}" type="datetimeFigureOut">
              <a:rPr lang="en-IN" smtClean="0"/>
              <a:t>26-09-2023</a:t>
            </a:fld>
            <a:endParaRPr lang="en-IN"/>
          </a:p>
        </p:txBody>
      </p:sp>
      <p:sp>
        <p:nvSpPr>
          <p:cNvPr id="5" name="Footer Placeholder 4">
            <a:extLst>
              <a:ext uri="{FF2B5EF4-FFF2-40B4-BE49-F238E27FC236}">
                <a16:creationId xmlns:a16="http://schemas.microsoft.com/office/drawing/2014/main" id="{2EBAA35B-892D-4BAD-16F4-DE0A570AEE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1E7E75F-BE89-55AE-C20C-B070ED5B1326}"/>
              </a:ext>
            </a:extLst>
          </p:cNvPr>
          <p:cNvSpPr>
            <a:spLocks noGrp="1"/>
          </p:cNvSpPr>
          <p:nvPr>
            <p:ph type="sldNum" sz="quarter" idx="12"/>
          </p:nvPr>
        </p:nvSpPr>
        <p:spPr/>
        <p:txBody>
          <a:bodyPr/>
          <a:lstStyle/>
          <a:p>
            <a:fld id="{01BAF0FE-33DE-44EA-A249-2E41F8457154}" type="slidenum">
              <a:rPr lang="en-IN" smtClean="0"/>
              <a:t>‹#›</a:t>
            </a:fld>
            <a:endParaRPr lang="en-IN"/>
          </a:p>
        </p:txBody>
      </p:sp>
    </p:spTree>
    <p:extLst>
      <p:ext uri="{BB962C8B-B14F-4D97-AF65-F5344CB8AC3E}">
        <p14:creationId xmlns:p14="http://schemas.microsoft.com/office/powerpoint/2010/main" val="39638338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B558D-2FB0-D39E-B672-CC6A4A73878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99C0F2A-25CF-0842-706D-C60157A7EBD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1BAB30C-D406-35B5-DC38-195C5A9AED6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4A8D88A-3D06-C44D-72B9-EEBD5EB67E79}"/>
              </a:ext>
            </a:extLst>
          </p:cNvPr>
          <p:cNvSpPr>
            <a:spLocks noGrp="1"/>
          </p:cNvSpPr>
          <p:nvPr>
            <p:ph type="dt" sz="half" idx="10"/>
          </p:nvPr>
        </p:nvSpPr>
        <p:spPr/>
        <p:txBody>
          <a:bodyPr/>
          <a:lstStyle/>
          <a:p>
            <a:fld id="{9032426A-9348-4841-81CD-43AC09E262B3}" type="datetimeFigureOut">
              <a:rPr lang="en-IN" smtClean="0"/>
              <a:t>26-09-2023</a:t>
            </a:fld>
            <a:endParaRPr lang="en-IN"/>
          </a:p>
        </p:txBody>
      </p:sp>
      <p:sp>
        <p:nvSpPr>
          <p:cNvPr id="6" name="Footer Placeholder 5">
            <a:extLst>
              <a:ext uri="{FF2B5EF4-FFF2-40B4-BE49-F238E27FC236}">
                <a16:creationId xmlns:a16="http://schemas.microsoft.com/office/drawing/2014/main" id="{736CDAC1-E55F-51BF-778C-02216DADC3F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5930B26-BB09-5930-5A15-EFCF33DF3301}"/>
              </a:ext>
            </a:extLst>
          </p:cNvPr>
          <p:cNvSpPr>
            <a:spLocks noGrp="1"/>
          </p:cNvSpPr>
          <p:nvPr>
            <p:ph type="sldNum" sz="quarter" idx="12"/>
          </p:nvPr>
        </p:nvSpPr>
        <p:spPr/>
        <p:txBody>
          <a:bodyPr/>
          <a:lstStyle/>
          <a:p>
            <a:fld id="{01BAF0FE-33DE-44EA-A249-2E41F8457154}" type="slidenum">
              <a:rPr lang="en-IN" smtClean="0"/>
              <a:t>‹#›</a:t>
            </a:fld>
            <a:endParaRPr lang="en-IN"/>
          </a:p>
        </p:txBody>
      </p:sp>
    </p:spTree>
    <p:extLst>
      <p:ext uri="{BB962C8B-B14F-4D97-AF65-F5344CB8AC3E}">
        <p14:creationId xmlns:p14="http://schemas.microsoft.com/office/powerpoint/2010/main" val="3849612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B55DA-552D-5C09-B1A0-C8FF1294D65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C6A4E7F-83DA-14EE-FE86-E0F2B2DC09F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6A56891-2D03-2556-A463-77E832F1337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298537D-C09C-2DA5-13AA-23120E5BDA9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9753E7B-9EB8-98B4-EEA0-1DD16653417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2741BF1-05BF-4970-71C8-0464AC52B448}"/>
              </a:ext>
            </a:extLst>
          </p:cNvPr>
          <p:cNvSpPr>
            <a:spLocks noGrp="1"/>
          </p:cNvSpPr>
          <p:nvPr>
            <p:ph type="dt" sz="half" idx="10"/>
          </p:nvPr>
        </p:nvSpPr>
        <p:spPr/>
        <p:txBody>
          <a:bodyPr/>
          <a:lstStyle/>
          <a:p>
            <a:fld id="{9032426A-9348-4841-81CD-43AC09E262B3}" type="datetimeFigureOut">
              <a:rPr lang="en-IN" smtClean="0"/>
              <a:t>26-09-2023</a:t>
            </a:fld>
            <a:endParaRPr lang="en-IN"/>
          </a:p>
        </p:txBody>
      </p:sp>
      <p:sp>
        <p:nvSpPr>
          <p:cNvPr id="8" name="Footer Placeholder 7">
            <a:extLst>
              <a:ext uri="{FF2B5EF4-FFF2-40B4-BE49-F238E27FC236}">
                <a16:creationId xmlns:a16="http://schemas.microsoft.com/office/drawing/2014/main" id="{75513E13-8150-4024-F8B6-533E907A60B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6F592B4-E53A-ED48-E404-37956DF28368}"/>
              </a:ext>
            </a:extLst>
          </p:cNvPr>
          <p:cNvSpPr>
            <a:spLocks noGrp="1"/>
          </p:cNvSpPr>
          <p:nvPr>
            <p:ph type="sldNum" sz="quarter" idx="12"/>
          </p:nvPr>
        </p:nvSpPr>
        <p:spPr/>
        <p:txBody>
          <a:bodyPr/>
          <a:lstStyle/>
          <a:p>
            <a:fld id="{01BAF0FE-33DE-44EA-A249-2E41F8457154}" type="slidenum">
              <a:rPr lang="en-IN" smtClean="0"/>
              <a:t>‹#›</a:t>
            </a:fld>
            <a:endParaRPr lang="en-IN"/>
          </a:p>
        </p:txBody>
      </p:sp>
    </p:spTree>
    <p:extLst>
      <p:ext uri="{BB962C8B-B14F-4D97-AF65-F5344CB8AC3E}">
        <p14:creationId xmlns:p14="http://schemas.microsoft.com/office/powerpoint/2010/main" val="12757590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4CAA1-8643-E01D-F3B7-5D02183B39E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B3BC863-3AC4-106F-0957-5CAEC4C53955}"/>
              </a:ext>
            </a:extLst>
          </p:cNvPr>
          <p:cNvSpPr>
            <a:spLocks noGrp="1"/>
          </p:cNvSpPr>
          <p:nvPr>
            <p:ph type="dt" sz="half" idx="10"/>
          </p:nvPr>
        </p:nvSpPr>
        <p:spPr/>
        <p:txBody>
          <a:bodyPr/>
          <a:lstStyle/>
          <a:p>
            <a:fld id="{9032426A-9348-4841-81CD-43AC09E262B3}" type="datetimeFigureOut">
              <a:rPr lang="en-IN" smtClean="0"/>
              <a:t>26-09-2023</a:t>
            </a:fld>
            <a:endParaRPr lang="en-IN"/>
          </a:p>
        </p:txBody>
      </p:sp>
      <p:sp>
        <p:nvSpPr>
          <p:cNvPr id="4" name="Footer Placeholder 3">
            <a:extLst>
              <a:ext uri="{FF2B5EF4-FFF2-40B4-BE49-F238E27FC236}">
                <a16:creationId xmlns:a16="http://schemas.microsoft.com/office/drawing/2014/main" id="{5BBD0639-7D3C-1AAC-FCD6-27FD7623D41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343F336-4A27-7A47-14D3-D5397D834CAC}"/>
              </a:ext>
            </a:extLst>
          </p:cNvPr>
          <p:cNvSpPr>
            <a:spLocks noGrp="1"/>
          </p:cNvSpPr>
          <p:nvPr>
            <p:ph type="sldNum" sz="quarter" idx="12"/>
          </p:nvPr>
        </p:nvSpPr>
        <p:spPr/>
        <p:txBody>
          <a:bodyPr/>
          <a:lstStyle/>
          <a:p>
            <a:fld id="{01BAF0FE-33DE-44EA-A249-2E41F8457154}" type="slidenum">
              <a:rPr lang="en-IN" smtClean="0"/>
              <a:t>‹#›</a:t>
            </a:fld>
            <a:endParaRPr lang="en-IN"/>
          </a:p>
        </p:txBody>
      </p:sp>
    </p:spTree>
    <p:extLst>
      <p:ext uri="{BB962C8B-B14F-4D97-AF65-F5344CB8AC3E}">
        <p14:creationId xmlns:p14="http://schemas.microsoft.com/office/powerpoint/2010/main" val="33922584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625BDFC-325D-AFE3-E265-CE9ADA9860D2}"/>
              </a:ext>
            </a:extLst>
          </p:cNvPr>
          <p:cNvSpPr>
            <a:spLocks noGrp="1"/>
          </p:cNvSpPr>
          <p:nvPr>
            <p:ph type="dt" sz="half" idx="10"/>
          </p:nvPr>
        </p:nvSpPr>
        <p:spPr/>
        <p:txBody>
          <a:bodyPr/>
          <a:lstStyle/>
          <a:p>
            <a:fld id="{9032426A-9348-4841-81CD-43AC09E262B3}" type="datetimeFigureOut">
              <a:rPr lang="en-IN" smtClean="0"/>
              <a:t>26-09-2023</a:t>
            </a:fld>
            <a:endParaRPr lang="en-IN"/>
          </a:p>
        </p:txBody>
      </p:sp>
      <p:sp>
        <p:nvSpPr>
          <p:cNvPr id="3" name="Footer Placeholder 2">
            <a:extLst>
              <a:ext uri="{FF2B5EF4-FFF2-40B4-BE49-F238E27FC236}">
                <a16:creationId xmlns:a16="http://schemas.microsoft.com/office/drawing/2014/main" id="{6A3100B9-B1A1-DDF6-E784-4ADA58A311F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9EDD03D-CBCA-3B7D-97DB-49C3D32764B0}"/>
              </a:ext>
            </a:extLst>
          </p:cNvPr>
          <p:cNvSpPr>
            <a:spLocks noGrp="1"/>
          </p:cNvSpPr>
          <p:nvPr>
            <p:ph type="sldNum" sz="quarter" idx="12"/>
          </p:nvPr>
        </p:nvSpPr>
        <p:spPr/>
        <p:txBody>
          <a:bodyPr/>
          <a:lstStyle/>
          <a:p>
            <a:fld id="{01BAF0FE-33DE-44EA-A249-2E41F8457154}" type="slidenum">
              <a:rPr lang="en-IN" smtClean="0"/>
              <a:t>‹#›</a:t>
            </a:fld>
            <a:endParaRPr lang="en-IN"/>
          </a:p>
        </p:txBody>
      </p:sp>
    </p:spTree>
    <p:extLst>
      <p:ext uri="{BB962C8B-B14F-4D97-AF65-F5344CB8AC3E}">
        <p14:creationId xmlns:p14="http://schemas.microsoft.com/office/powerpoint/2010/main" val="23682649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45FC2-39B3-5DAC-213F-64D06C70C8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BF17858-F996-84FE-48E1-4C622D8460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FCF6C96-4AAE-C1C9-E550-C94AF05DA2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DF9BC7-AE13-17F8-D02D-320BBF93F452}"/>
              </a:ext>
            </a:extLst>
          </p:cNvPr>
          <p:cNvSpPr>
            <a:spLocks noGrp="1"/>
          </p:cNvSpPr>
          <p:nvPr>
            <p:ph type="dt" sz="half" idx="10"/>
          </p:nvPr>
        </p:nvSpPr>
        <p:spPr/>
        <p:txBody>
          <a:bodyPr/>
          <a:lstStyle/>
          <a:p>
            <a:fld id="{9032426A-9348-4841-81CD-43AC09E262B3}" type="datetimeFigureOut">
              <a:rPr lang="en-IN" smtClean="0"/>
              <a:t>26-09-2023</a:t>
            </a:fld>
            <a:endParaRPr lang="en-IN"/>
          </a:p>
        </p:txBody>
      </p:sp>
      <p:sp>
        <p:nvSpPr>
          <p:cNvPr id="6" name="Footer Placeholder 5">
            <a:extLst>
              <a:ext uri="{FF2B5EF4-FFF2-40B4-BE49-F238E27FC236}">
                <a16:creationId xmlns:a16="http://schemas.microsoft.com/office/drawing/2014/main" id="{945CDE63-877C-2991-FDC8-9C4BB6FA49F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9AE4E4D-3050-D62D-B6D6-69A0C60483AD}"/>
              </a:ext>
            </a:extLst>
          </p:cNvPr>
          <p:cNvSpPr>
            <a:spLocks noGrp="1"/>
          </p:cNvSpPr>
          <p:nvPr>
            <p:ph type="sldNum" sz="quarter" idx="12"/>
          </p:nvPr>
        </p:nvSpPr>
        <p:spPr/>
        <p:txBody>
          <a:bodyPr/>
          <a:lstStyle/>
          <a:p>
            <a:fld id="{01BAF0FE-33DE-44EA-A249-2E41F8457154}" type="slidenum">
              <a:rPr lang="en-IN" smtClean="0"/>
              <a:t>‹#›</a:t>
            </a:fld>
            <a:endParaRPr lang="en-IN"/>
          </a:p>
        </p:txBody>
      </p:sp>
    </p:spTree>
    <p:extLst>
      <p:ext uri="{BB962C8B-B14F-4D97-AF65-F5344CB8AC3E}">
        <p14:creationId xmlns:p14="http://schemas.microsoft.com/office/powerpoint/2010/main" val="1810677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1CEEC-6203-7DE6-F1DB-6C741855FF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F263819-08BB-DC26-D14B-CC9D5AF75F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8040B08-37E3-4E45-9AC5-3B33635723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E6CC67-E3C0-0E14-B388-5AE6C623D88F}"/>
              </a:ext>
            </a:extLst>
          </p:cNvPr>
          <p:cNvSpPr>
            <a:spLocks noGrp="1"/>
          </p:cNvSpPr>
          <p:nvPr>
            <p:ph type="dt" sz="half" idx="10"/>
          </p:nvPr>
        </p:nvSpPr>
        <p:spPr/>
        <p:txBody>
          <a:bodyPr/>
          <a:lstStyle/>
          <a:p>
            <a:fld id="{9032426A-9348-4841-81CD-43AC09E262B3}" type="datetimeFigureOut">
              <a:rPr lang="en-IN" smtClean="0"/>
              <a:t>26-09-2023</a:t>
            </a:fld>
            <a:endParaRPr lang="en-IN"/>
          </a:p>
        </p:txBody>
      </p:sp>
      <p:sp>
        <p:nvSpPr>
          <p:cNvPr id="6" name="Footer Placeholder 5">
            <a:extLst>
              <a:ext uri="{FF2B5EF4-FFF2-40B4-BE49-F238E27FC236}">
                <a16:creationId xmlns:a16="http://schemas.microsoft.com/office/drawing/2014/main" id="{47FD4FD1-CF7E-8FB7-4209-94CB820E289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714B91C-BFA1-B22C-17DF-C6D0FB9F5DD6}"/>
              </a:ext>
            </a:extLst>
          </p:cNvPr>
          <p:cNvSpPr>
            <a:spLocks noGrp="1"/>
          </p:cNvSpPr>
          <p:nvPr>
            <p:ph type="sldNum" sz="quarter" idx="12"/>
          </p:nvPr>
        </p:nvSpPr>
        <p:spPr/>
        <p:txBody>
          <a:bodyPr/>
          <a:lstStyle/>
          <a:p>
            <a:fld id="{01BAF0FE-33DE-44EA-A249-2E41F8457154}" type="slidenum">
              <a:rPr lang="en-IN" smtClean="0"/>
              <a:t>‹#›</a:t>
            </a:fld>
            <a:endParaRPr lang="en-IN"/>
          </a:p>
        </p:txBody>
      </p:sp>
    </p:spTree>
    <p:extLst>
      <p:ext uri="{BB962C8B-B14F-4D97-AF65-F5344CB8AC3E}">
        <p14:creationId xmlns:p14="http://schemas.microsoft.com/office/powerpoint/2010/main" val="4966495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8B693-2FCC-3B5B-A1E8-07E9A129E28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11D7A28-C8B3-71BC-E2B8-81463D91018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50CAD85-0823-DF18-9066-21CBFA23D0F7}"/>
              </a:ext>
            </a:extLst>
          </p:cNvPr>
          <p:cNvSpPr>
            <a:spLocks noGrp="1"/>
          </p:cNvSpPr>
          <p:nvPr>
            <p:ph type="dt" sz="half" idx="10"/>
          </p:nvPr>
        </p:nvSpPr>
        <p:spPr/>
        <p:txBody>
          <a:bodyPr/>
          <a:lstStyle/>
          <a:p>
            <a:fld id="{9032426A-9348-4841-81CD-43AC09E262B3}" type="datetimeFigureOut">
              <a:rPr lang="en-IN" smtClean="0"/>
              <a:t>26-09-2023</a:t>
            </a:fld>
            <a:endParaRPr lang="en-IN"/>
          </a:p>
        </p:txBody>
      </p:sp>
      <p:sp>
        <p:nvSpPr>
          <p:cNvPr id="5" name="Footer Placeholder 4">
            <a:extLst>
              <a:ext uri="{FF2B5EF4-FFF2-40B4-BE49-F238E27FC236}">
                <a16:creationId xmlns:a16="http://schemas.microsoft.com/office/drawing/2014/main" id="{20044A23-C084-804F-E963-67E3381D85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B492434-86C6-4EBC-6565-A67C12E7124C}"/>
              </a:ext>
            </a:extLst>
          </p:cNvPr>
          <p:cNvSpPr>
            <a:spLocks noGrp="1"/>
          </p:cNvSpPr>
          <p:nvPr>
            <p:ph type="sldNum" sz="quarter" idx="12"/>
          </p:nvPr>
        </p:nvSpPr>
        <p:spPr/>
        <p:txBody>
          <a:bodyPr/>
          <a:lstStyle/>
          <a:p>
            <a:fld id="{01BAF0FE-33DE-44EA-A249-2E41F8457154}" type="slidenum">
              <a:rPr lang="en-IN" smtClean="0"/>
              <a:t>‹#›</a:t>
            </a:fld>
            <a:endParaRPr lang="en-IN"/>
          </a:p>
        </p:txBody>
      </p:sp>
    </p:spTree>
    <p:extLst>
      <p:ext uri="{BB962C8B-B14F-4D97-AF65-F5344CB8AC3E}">
        <p14:creationId xmlns:p14="http://schemas.microsoft.com/office/powerpoint/2010/main" val="25457861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12AE63B-847E-5B7B-46A2-C677997C0E1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ED5E7B8-35DB-0279-C5F3-5E963E59A5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CEC989-931F-C919-3EA6-D3C477084C7B}"/>
              </a:ext>
            </a:extLst>
          </p:cNvPr>
          <p:cNvSpPr>
            <a:spLocks noGrp="1"/>
          </p:cNvSpPr>
          <p:nvPr>
            <p:ph type="dt" sz="half" idx="10"/>
          </p:nvPr>
        </p:nvSpPr>
        <p:spPr/>
        <p:txBody>
          <a:bodyPr/>
          <a:lstStyle/>
          <a:p>
            <a:fld id="{9032426A-9348-4841-81CD-43AC09E262B3}" type="datetimeFigureOut">
              <a:rPr lang="en-IN" smtClean="0"/>
              <a:t>26-09-2023</a:t>
            </a:fld>
            <a:endParaRPr lang="en-IN"/>
          </a:p>
        </p:txBody>
      </p:sp>
      <p:sp>
        <p:nvSpPr>
          <p:cNvPr id="5" name="Footer Placeholder 4">
            <a:extLst>
              <a:ext uri="{FF2B5EF4-FFF2-40B4-BE49-F238E27FC236}">
                <a16:creationId xmlns:a16="http://schemas.microsoft.com/office/drawing/2014/main" id="{C19D5DEB-785E-0407-70F6-69640198F9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689235-1BBD-0045-E5D2-EF666ECF76D0}"/>
              </a:ext>
            </a:extLst>
          </p:cNvPr>
          <p:cNvSpPr>
            <a:spLocks noGrp="1"/>
          </p:cNvSpPr>
          <p:nvPr>
            <p:ph type="sldNum" sz="quarter" idx="12"/>
          </p:nvPr>
        </p:nvSpPr>
        <p:spPr/>
        <p:txBody>
          <a:bodyPr/>
          <a:lstStyle/>
          <a:p>
            <a:fld id="{01BAF0FE-33DE-44EA-A249-2E41F8457154}" type="slidenum">
              <a:rPr lang="en-IN" smtClean="0"/>
              <a:t>‹#›</a:t>
            </a:fld>
            <a:endParaRPr lang="en-IN"/>
          </a:p>
        </p:txBody>
      </p:sp>
    </p:spTree>
    <p:extLst>
      <p:ext uri="{BB962C8B-B14F-4D97-AF65-F5344CB8AC3E}">
        <p14:creationId xmlns:p14="http://schemas.microsoft.com/office/powerpoint/2010/main" val="15946135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6D9B851-B62C-3AB6-14AE-73214C1838E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C90C418-DEAA-DBEB-7F4D-BEE00E2A26C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1315D4E-9A6E-2DAB-B3B8-95EBC43711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32426A-9348-4841-81CD-43AC09E262B3}" type="datetimeFigureOut">
              <a:rPr lang="en-IN" smtClean="0"/>
              <a:t>26-09-2023</a:t>
            </a:fld>
            <a:endParaRPr lang="en-IN"/>
          </a:p>
        </p:txBody>
      </p:sp>
      <p:sp>
        <p:nvSpPr>
          <p:cNvPr id="5" name="Footer Placeholder 4">
            <a:extLst>
              <a:ext uri="{FF2B5EF4-FFF2-40B4-BE49-F238E27FC236}">
                <a16:creationId xmlns:a16="http://schemas.microsoft.com/office/drawing/2014/main" id="{D8737F25-7ED8-580C-E8A6-94CCAB91FB6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5D1E102-C05F-5321-F5D3-5D77E80FB5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BAF0FE-33DE-44EA-A249-2E41F8457154}" type="slidenum">
              <a:rPr lang="en-IN" smtClean="0"/>
              <a:t>‹#›</a:t>
            </a:fld>
            <a:endParaRPr lang="en-IN"/>
          </a:p>
        </p:txBody>
      </p:sp>
    </p:spTree>
    <p:extLst>
      <p:ext uri="{BB962C8B-B14F-4D97-AF65-F5344CB8AC3E}">
        <p14:creationId xmlns:p14="http://schemas.microsoft.com/office/powerpoint/2010/main" val="31969205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2F52BEE-203D-EF73-DB7F-16E7CA0887C2}"/>
              </a:ext>
            </a:extLst>
          </p:cNvPr>
          <p:cNvSpPr>
            <a:spLocks noGrp="1"/>
          </p:cNvSpPr>
          <p:nvPr>
            <p:ph type="title"/>
          </p:nvPr>
        </p:nvSpPr>
        <p:spPr/>
        <p:txBody>
          <a:bodyPr/>
          <a:lstStyle/>
          <a:p>
            <a:pPr algn="ctr"/>
            <a:r>
              <a:rPr lang="en-US" dirty="0"/>
              <a:t>REC ROOM</a:t>
            </a:r>
            <a:endParaRPr lang="en-IN" dirty="0"/>
          </a:p>
        </p:txBody>
      </p:sp>
      <p:sp>
        <p:nvSpPr>
          <p:cNvPr id="3" name="Content Placeholder 2">
            <a:extLst>
              <a:ext uri="{FF2B5EF4-FFF2-40B4-BE49-F238E27FC236}">
                <a16:creationId xmlns:a16="http://schemas.microsoft.com/office/drawing/2014/main" id="{D412A816-914A-ECD6-3BE2-2236666FAC95}"/>
              </a:ext>
            </a:extLst>
          </p:cNvPr>
          <p:cNvSpPr>
            <a:spLocks noGrp="1"/>
          </p:cNvSpPr>
          <p:nvPr>
            <p:ph idx="1"/>
          </p:nvPr>
        </p:nvSpPr>
        <p:spPr/>
        <p:txBody>
          <a:bodyPr/>
          <a:lstStyle/>
          <a:p>
            <a:pPr marL="0" indent="0" algn="r">
              <a:buNone/>
            </a:pPr>
            <a:r>
              <a:rPr lang="en-US" dirty="0"/>
              <a:t> DATE : 26/09/2023</a:t>
            </a:r>
          </a:p>
          <a:p>
            <a:pPr marL="0" indent="0" algn="r">
              <a:buNone/>
            </a:pPr>
            <a:r>
              <a:rPr lang="en-US" dirty="0"/>
              <a:t>TIME : 03:41 AM</a:t>
            </a:r>
          </a:p>
          <a:p>
            <a:pPr marL="0" indent="0" algn="r">
              <a:buNone/>
            </a:pPr>
            <a:endParaRPr lang="en-US" dirty="0"/>
          </a:p>
          <a:p>
            <a:pPr marL="0" indent="0" algn="ctr">
              <a:buNone/>
            </a:pPr>
            <a:r>
              <a:rPr lang="en-US" dirty="0"/>
              <a:t>TEAM MEMBERS</a:t>
            </a:r>
          </a:p>
          <a:p>
            <a:pPr marL="514350" indent="-514350">
              <a:buFont typeface="+mj-lt"/>
              <a:buAutoNum type="arabicPeriod"/>
            </a:pPr>
            <a:r>
              <a:rPr lang="en-US" dirty="0"/>
              <a:t>VISHAL </a:t>
            </a:r>
          </a:p>
          <a:p>
            <a:pPr marL="514350" indent="-514350">
              <a:buFont typeface="+mj-lt"/>
              <a:buAutoNum type="arabicPeriod"/>
            </a:pPr>
            <a:r>
              <a:rPr lang="en-US" dirty="0"/>
              <a:t>HEMANTH</a:t>
            </a:r>
          </a:p>
          <a:p>
            <a:pPr marL="514350" indent="-514350">
              <a:buFont typeface="+mj-lt"/>
              <a:buAutoNum type="arabicPeriod"/>
            </a:pPr>
            <a:r>
              <a:rPr lang="en-US" dirty="0"/>
              <a:t>LIKITH</a:t>
            </a:r>
            <a:endParaRPr lang="en-IN" dirty="0"/>
          </a:p>
        </p:txBody>
      </p:sp>
    </p:spTree>
    <p:extLst>
      <p:ext uri="{BB962C8B-B14F-4D97-AF65-F5344CB8AC3E}">
        <p14:creationId xmlns:p14="http://schemas.microsoft.com/office/powerpoint/2010/main" val="2308950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AD797-E9B1-C2E6-48E7-B410B3FEED3D}"/>
              </a:ext>
            </a:extLst>
          </p:cNvPr>
          <p:cNvSpPr>
            <a:spLocks noGrp="1"/>
          </p:cNvSpPr>
          <p:nvPr>
            <p:ph type="title"/>
          </p:nvPr>
        </p:nvSpPr>
        <p:spPr>
          <a:xfrm>
            <a:off x="838200" y="-196851"/>
            <a:ext cx="10515600" cy="1325563"/>
          </a:xfrm>
        </p:spPr>
        <p:txBody>
          <a:bodyPr/>
          <a:lstStyle/>
          <a:p>
            <a:pPr algn="ctr"/>
            <a:r>
              <a:rPr lang="en-US" dirty="0"/>
              <a:t>VR WORLD EXPLORATION</a:t>
            </a:r>
            <a:endParaRPr lang="en-IN" dirty="0"/>
          </a:p>
        </p:txBody>
      </p:sp>
      <p:sp>
        <p:nvSpPr>
          <p:cNvPr id="4" name="Content Placeholder 3">
            <a:extLst>
              <a:ext uri="{FF2B5EF4-FFF2-40B4-BE49-F238E27FC236}">
                <a16:creationId xmlns:a16="http://schemas.microsoft.com/office/drawing/2014/main" id="{030A8A7E-0C22-E308-1BC4-C814CE734394}"/>
              </a:ext>
            </a:extLst>
          </p:cNvPr>
          <p:cNvSpPr>
            <a:spLocks noGrp="1"/>
          </p:cNvSpPr>
          <p:nvPr>
            <p:ph idx="1"/>
          </p:nvPr>
        </p:nvSpPr>
        <p:spPr>
          <a:xfrm>
            <a:off x="838200" y="825500"/>
            <a:ext cx="10515600" cy="4351338"/>
          </a:xfrm>
        </p:spPr>
        <p:txBody>
          <a:bodyPr/>
          <a:lstStyle/>
          <a:p>
            <a:r>
              <a:rPr lang="en-US" dirty="0"/>
              <a:t>Purpose of the World:</a:t>
            </a:r>
          </a:p>
          <a:p>
            <a:endParaRPr lang="en-US" dirty="0"/>
          </a:p>
          <a:p>
            <a:r>
              <a:rPr lang="en-US" dirty="0"/>
              <a:t>The purpose of "Rec Room" is to provide a shared virtual space for users to interact, socialize, and play a variety of user-generated games and activities. It's a social platform that encourages creativity and socialization in a virtual environment.</a:t>
            </a:r>
            <a:endParaRPr lang="en-IN" dirty="0"/>
          </a:p>
        </p:txBody>
      </p:sp>
      <p:pic>
        <p:nvPicPr>
          <p:cNvPr id="10" name="Picture 9">
            <a:extLst>
              <a:ext uri="{FF2B5EF4-FFF2-40B4-BE49-F238E27FC236}">
                <a16:creationId xmlns:a16="http://schemas.microsoft.com/office/drawing/2014/main" id="{BF2B2600-E3D4-05A6-1E1C-AF2466F452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7000" y="3429000"/>
            <a:ext cx="6858000" cy="3429000"/>
          </a:xfrm>
          <a:prstGeom prst="rect">
            <a:avLst/>
          </a:prstGeom>
        </p:spPr>
      </p:pic>
    </p:spTree>
    <p:extLst>
      <p:ext uri="{BB962C8B-B14F-4D97-AF65-F5344CB8AC3E}">
        <p14:creationId xmlns:p14="http://schemas.microsoft.com/office/powerpoint/2010/main" val="3761260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3D04BB-A639-963E-31AF-1F8FFF8ED9C5}"/>
              </a:ext>
            </a:extLst>
          </p:cNvPr>
          <p:cNvSpPr>
            <a:spLocks noGrp="1"/>
          </p:cNvSpPr>
          <p:nvPr>
            <p:ph idx="1"/>
          </p:nvPr>
        </p:nvSpPr>
        <p:spPr>
          <a:xfrm>
            <a:off x="605118" y="606425"/>
            <a:ext cx="10515600" cy="4351338"/>
          </a:xfrm>
        </p:spPr>
        <p:txBody>
          <a:bodyPr/>
          <a:lstStyle/>
          <a:p>
            <a:r>
              <a:rPr lang="en-US" dirty="0"/>
              <a:t>Communication with Other Users:</a:t>
            </a:r>
          </a:p>
          <a:p>
            <a:endParaRPr lang="en-US" dirty="0"/>
          </a:p>
          <a:p>
            <a:r>
              <a:rPr lang="en-US" dirty="0"/>
              <a:t>Users in "Rec Room" communicate with each other using a combination of voice chat and gestures. They can use the built-in microphone and speakers on their VR headsets to talk to others. Additionally, they can use hand gestures and body movements to express themselves non-verbally.</a:t>
            </a:r>
          </a:p>
          <a:p>
            <a:endParaRPr lang="en-US" dirty="0"/>
          </a:p>
          <a:p>
            <a:pPr marL="0" indent="0">
              <a:buNone/>
            </a:pPr>
            <a:endParaRPr lang="en-IN" dirty="0"/>
          </a:p>
        </p:txBody>
      </p:sp>
      <p:pic>
        <p:nvPicPr>
          <p:cNvPr id="5" name="Picture 4">
            <a:extLst>
              <a:ext uri="{FF2B5EF4-FFF2-40B4-BE49-F238E27FC236}">
                <a16:creationId xmlns:a16="http://schemas.microsoft.com/office/drawing/2014/main" id="{02FF153A-E17F-D25C-05C4-AEFD343F28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52725" y="3638550"/>
            <a:ext cx="6858000" cy="2952749"/>
          </a:xfrm>
          <a:prstGeom prst="rect">
            <a:avLst/>
          </a:prstGeom>
        </p:spPr>
      </p:pic>
    </p:spTree>
    <p:extLst>
      <p:ext uri="{BB962C8B-B14F-4D97-AF65-F5344CB8AC3E}">
        <p14:creationId xmlns:p14="http://schemas.microsoft.com/office/powerpoint/2010/main" val="39581714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10AECB-D6DB-41F8-7BD2-05BA7C927E10}"/>
              </a:ext>
            </a:extLst>
          </p:cNvPr>
          <p:cNvSpPr>
            <a:spLocks noGrp="1"/>
          </p:cNvSpPr>
          <p:nvPr>
            <p:ph idx="1"/>
          </p:nvPr>
        </p:nvSpPr>
        <p:spPr>
          <a:xfrm>
            <a:off x="685800" y="579530"/>
            <a:ext cx="10515600" cy="4351338"/>
          </a:xfrm>
        </p:spPr>
        <p:txBody>
          <a:bodyPr/>
          <a:lstStyle/>
          <a:p>
            <a:r>
              <a:rPr lang="en-US" dirty="0"/>
              <a:t>Navigation in the World:</a:t>
            </a:r>
          </a:p>
          <a:p>
            <a:endParaRPr lang="en-US" dirty="0"/>
          </a:p>
          <a:p>
            <a:r>
              <a:rPr lang="en-US" dirty="0"/>
              <a:t>Navigation in "Rec Room" is primarily achieved through physical movement in VR. Users can walk, run, and interact with objects using hand controllers or hand tracking, depending on their VR setup. The world is divided into various rooms and environments, and users can teleport or move around these spaces to explore and interact with others.</a:t>
            </a:r>
            <a:endParaRPr lang="en-IN" dirty="0"/>
          </a:p>
        </p:txBody>
      </p:sp>
      <p:pic>
        <p:nvPicPr>
          <p:cNvPr id="5" name="Picture 4">
            <a:extLst>
              <a:ext uri="{FF2B5EF4-FFF2-40B4-BE49-F238E27FC236}">
                <a16:creationId xmlns:a16="http://schemas.microsoft.com/office/drawing/2014/main" id="{834E2C59-CF7E-8805-F1BF-6E8AAD65F7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52775" y="3524250"/>
            <a:ext cx="6858000" cy="3124200"/>
          </a:xfrm>
          <a:prstGeom prst="rect">
            <a:avLst/>
          </a:prstGeom>
        </p:spPr>
      </p:pic>
    </p:spTree>
    <p:extLst>
      <p:ext uri="{BB962C8B-B14F-4D97-AF65-F5344CB8AC3E}">
        <p14:creationId xmlns:p14="http://schemas.microsoft.com/office/powerpoint/2010/main" val="18989781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28E76B-3D8F-2C87-CB7B-74E59D7B3B8C}"/>
              </a:ext>
            </a:extLst>
          </p:cNvPr>
          <p:cNvSpPr>
            <a:spLocks noGrp="1"/>
          </p:cNvSpPr>
          <p:nvPr>
            <p:ph idx="1"/>
          </p:nvPr>
        </p:nvSpPr>
        <p:spPr>
          <a:xfrm>
            <a:off x="658906" y="579531"/>
            <a:ext cx="10515600" cy="4351338"/>
          </a:xfrm>
        </p:spPr>
        <p:txBody>
          <a:bodyPr/>
          <a:lstStyle/>
          <a:p>
            <a:r>
              <a:rPr lang="en-US" dirty="0"/>
              <a:t>Object Selection and Manipulation:</a:t>
            </a:r>
          </a:p>
          <a:p>
            <a:endParaRPr lang="en-US" dirty="0"/>
          </a:p>
          <a:p>
            <a:r>
              <a:rPr lang="en-US" dirty="0"/>
              <a:t>In "Rec Room," users can interact with objects and the environment using their VR controllers. They can reach out and grab objects, move them, and manipulate them using hand gestures. The interface is designed to mimic real-world interactions as closely as possible, enhancing the immersive experience.</a:t>
            </a:r>
            <a:endParaRPr lang="en-IN" dirty="0"/>
          </a:p>
        </p:txBody>
      </p:sp>
    </p:spTree>
    <p:extLst>
      <p:ext uri="{BB962C8B-B14F-4D97-AF65-F5344CB8AC3E}">
        <p14:creationId xmlns:p14="http://schemas.microsoft.com/office/powerpoint/2010/main" val="16409098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C6CBBA-EE1F-9B71-ADCF-750F0A86E2C9}"/>
              </a:ext>
            </a:extLst>
          </p:cNvPr>
          <p:cNvSpPr>
            <a:spLocks noGrp="1"/>
          </p:cNvSpPr>
          <p:nvPr>
            <p:ph idx="1"/>
          </p:nvPr>
        </p:nvSpPr>
        <p:spPr>
          <a:xfrm>
            <a:off x="587188" y="624354"/>
            <a:ext cx="10515600" cy="4351338"/>
          </a:xfrm>
        </p:spPr>
        <p:txBody>
          <a:bodyPr/>
          <a:lstStyle/>
          <a:p>
            <a:r>
              <a:rPr lang="en-US" dirty="0"/>
              <a:t>Increasing Sense of Presence:</a:t>
            </a:r>
          </a:p>
          <a:p>
            <a:endParaRPr lang="en-US" dirty="0"/>
          </a:p>
          <a:p>
            <a:r>
              <a:rPr lang="en-US" dirty="0"/>
              <a:t>Virtual reality technologies inherently increase the sense of presence by immersing users in a 3D environment. In "Rec Room," this is further enhanced by:</a:t>
            </a:r>
          </a:p>
          <a:p>
            <a:r>
              <a:rPr lang="en-US" dirty="0"/>
              <a:t>Realistic physics and interactions: Objects behave in ways that mimic their real-world counterparts, adding to the feeling of immersion.</a:t>
            </a:r>
            <a:endParaRPr lang="en-IN" dirty="0"/>
          </a:p>
        </p:txBody>
      </p:sp>
    </p:spTree>
    <p:extLst>
      <p:ext uri="{BB962C8B-B14F-4D97-AF65-F5344CB8AC3E}">
        <p14:creationId xmlns:p14="http://schemas.microsoft.com/office/powerpoint/2010/main" val="39498514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TotalTime>
  <Words>307</Words>
  <Application>Microsoft Office PowerPoint</Application>
  <PresentationFormat>Widescreen</PresentationFormat>
  <Paragraphs>25</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REC ROOM</vt:lpstr>
      <vt:lpstr>VR WORLD EXPLORATION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 ROOM</dc:title>
  <dc:creator>Sai Hemanth Guntur</dc:creator>
  <cp:lastModifiedBy>Sai Hemanth Guntur</cp:lastModifiedBy>
  <cp:revision>3</cp:revision>
  <dcterms:created xsi:type="dcterms:W3CDTF">2023-09-26T10:35:09Z</dcterms:created>
  <dcterms:modified xsi:type="dcterms:W3CDTF">2023-09-26T12:11:57Z</dcterms:modified>
</cp:coreProperties>
</file>